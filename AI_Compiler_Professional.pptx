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F172A"/>
                </a:solidFill>
                <a:latin typeface="Calibri"/>
              </a:rPr>
              <a:t>AI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E3A8A"/>
                </a:solidFill>
                <a:latin typeface="Calibri"/>
              </a:rPr>
              <a:t>From Graph IR to Hardware Binary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035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1 — IR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  • Computation Graph &amp; DAG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Shape Inference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Constant Folding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Algebraic Simplification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Common Subexpression Elimination (CSE)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Dead Code Elimination (DCE)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Pass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577840" cy="4572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2 — Production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293B"/>
                </a:solidFill>
                <a:latin typeface="Calibri"/>
              </a:rPr>
              <a:t>  • W8A16 Quantization (motivation + math)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Operator Fusion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Code Generation (FP32 &amp; W8A16)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Two-Stage AOT Compilation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   – Stage 1: Target-Independent Passes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   – Stage 2: Target-Dependent Passes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Industry Case Studies</a:t>
            </a:r>
          </a:p>
          <a:p>
            <a:r>
              <a:rPr sz="1500" b="0">
                <a:solidFill>
                  <a:srgbClr val="1E293B"/>
                </a:solidFill>
                <a:latin typeface="Calibri"/>
              </a:rPr>
              <a:t>  • Toy → Production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AI Compiler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vervie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32844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Analogy: C Compiler Pipeline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06908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 Compiler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Compiler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 source (.c)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PyTorch / TF model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Mid-end 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LLVM 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Computation Graph (DAG)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Mem2Reg, DCE, …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Fusion, Quant, DCE, …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x86 / ARM asm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CUDA PTX / TFLite binary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Computation Graph — Directed Acyclic Graph (DAG)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g_re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4754880" cy="51440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05840"/>
            <a:ext cx="6309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93B"/>
                </a:solidFill>
                <a:latin typeface="Calibri"/>
              </a:rPr>
              <a:t>DAG Properties: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Directed — data flows one way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Acyclic — no cycles (no loops in graph)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Nodes = operations (Add, ReLU, …)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Edges = tensor data dependencies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Benefits: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Enables lazy evaluation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Supports automatic differentiation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Safe to reorder / optimize passes</a:t>
            </a:r>
          </a:p>
          <a:p>
            <a:r>
              <a:rPr sz="1600" b="0">
                <a:solidFill>
                  <a:srgbClr val="1E293B"/>
                </a:solidFill>
                <a:latin typeface="Calibri"/>
              </a:rPr>
              <a:t>  • Foundation for all compiler passes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Topological Execution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g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4572000" cy="494624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80" y="1097280"/>
          <a:ext cx="6583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Output Shape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①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[B, 128]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[B, 128]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③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x, 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[B, 128]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[B, 128]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⑤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z (out)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[B, 128]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1208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Rule: a node can only execute after ALL its predecessors.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Shape Inference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pe_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253256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3200400"/>
          <a:ext cx="11430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Shape (before)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Shape (after)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[32, 128]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[32, 128]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[32, 128]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[32, 128]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[32, 128]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Shape propagation rules: each op knows output shape from input shapes.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Constant Folding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tfold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647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Key insight: if all inputs to a node are compile-time constants, evaluate the node at compile time and replace it with a single Const node.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Algebraic Simplification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430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Saving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 + 0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Remove Add node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 ×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Remove Mul node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Annihil.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 × 0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 (const)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Remove sub-tree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Double 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−(−x)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Remove 2 nodes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Idempotent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ReLU(ReLU(x))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ReLU(x)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Remove one ReLU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4160520"/>
            <a:ext cx="114300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4233672"/>
            <a:ext cx="11210544" cy="2231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# Pattern-matching algebraic simplification (Python pseudocode)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def simplify(node):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if node.op == "Add" and node.inputs[1].is_const(0.0):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return node.inputs[0]           # x + 0 → x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if node.op == "Mul" and node.inputs[1].is_const(1.0):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return node.inputs[0]           # x * 1 → x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if node.op == "Mul" and node.inputs[1].is_const(0.0):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return ConstNode(0.0)           # x * 0 → 0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if node.op == "Neg" and node.inputs[0].op == "Neg":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return node.inputs[0].inputs[0] # -(-x) → x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if node.op == "ReLU" and node.inputs[0].op == "ReLU":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return node.inputs[0]           # ReLU(ReLU(x)) → ReLU(x)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return node                         # no match → unchanged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Common Subexpression Elimination (CSE)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se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5252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CSE detects identical subgraphs and replaces duplicates with a single shared node. Reduces both FLOPs and memory bandwidth.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Dead Code Elimination (DCE)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ce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752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Algorithm: BFS/DFS backward from all output nodes. Any node not reachable from an output is dead — remove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Pass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40312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 useful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Shape Inference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Analysis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Propagates tensor shapes through graph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Always — prerequisite for other passes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Constant Folding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Evaluates const sub-graphs at compile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When model has fixed parameters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Alg. Simplif.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Applies algebraic identities (x+0=x, …)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Ubiquitous — virtually free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Deduplicates identical subexpressions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Models with shared encoder layers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DCE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Removes unreachable nodes (no output path)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After other passes create dead nodes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Lowers FP32 weights to INT8/INT4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Edge deployment, memory-constrained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Operator Fusion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Merges adjacent ops into one kernel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GPU/NPU with high memory BW cost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W8A16 Quantization —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029200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FP32 Weight
4 bytes per param
7B model = 28 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74151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097280"/>
            <a:ext cx="5029200" cy="1645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INT8 Weight
1 byte per param
7B model = 7 GB</a:t>
            </a:r>
          </a:p>
        </p:txBody>
      </p:sp>
      <p:pic>
        <p:nvPicPr>
          <p:cNvPr id="7" name="Picture 6" descr="qua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26080"/>
            <a:ext cx="11430000" cy="371078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W8A16:  Weights stored as INT8  |  Activations computed in FP16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Quantization Mathematics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3A8A"/>
                </a:solidFill>
                <a:latin typeface="Calibri"/>
              </a:rPr>
              <a:t>W_int8 = round( W_fp32 / scale )     where  scale = max(|W|) / 127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143000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  <a:latin typeface="Calibri"/>
              </a:rPr>
              <a:t>Dequantize:  W_fp16 = W_int8 ×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114300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359152"/>
            <a:ext cx="112105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# Numeric example — single weight value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W_fp32  = 3.14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max_abs = 3.14           # = max(|W_tensor|)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scale   = 3.14 / 127     # = 0.024724...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W_int8  = round(3.14 / 0.02472)   # = round(127.0) = 127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W_dequant = 127 * 0.02472          # = 3.1394  (error = 0.0006)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# Tensor-level quantization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def quantize_weight(W_fp32):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scale   = W_fp32.abs().max() / 127.0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W_int8  = (W_fp32 / scale).round().clamp(-127, 127).to(torch.int8)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return W_int8, scale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def dequantize(W_int8, scale):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return W_int8.float() * scale   # → FP32 for MatMul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5623560"/>
          <a:ext cx="11430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FP32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INT8 (W8A16)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Storage / param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4 bytes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 byte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Dynamic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~1.2×10⁻³⁸ … 3.4×10³⁸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−127 … 127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Accuracy loss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&lt; 0.5% on most LLM benchmarks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Quantization Graph Transform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uant_d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752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949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The pass inserts a Dequantize node after each INT8 weight, converting it back to FP16 before the MatMul. Only weights are quantized (W8); activations remain FP16 (A16).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Operator Fusion —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s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368128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4709160"/>
          <a:ext cx="116403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Before Fusion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After Fusion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Kernel launches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DRAM read/write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3× full tensor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1× input + 1× output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Register reuse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None (evicted)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Full (stays in registers)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Latency (A100 example)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~0.9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~0.3 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Operator Fusion — Implementation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78992"/>
            <a:ext cx="11210544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# Before fusion — three separate CUDA kernels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out1 = matmul_kernel(A, B)         # kernel launch 1 → writes to DRAM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out2 = bias_add_kernel(out1, bias) # kernel launch 2 → reads from DRAM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out3 = relu_kernel(out2)           # kernel launch 3 → reads from 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114300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542032"/>
            <a:ext cx="11210544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# After fusion — single kernel, all ops in registers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@cuda.jit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def fused_matmul_add_relu(A, B, bias, out):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# Compute tile of MatMul result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acc = 0.0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for k in range(K):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acc += A[row, k] * B[k, col]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# Apply bias and ReLU in-register (no DRAM write)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val = acc + bias[col]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out[row, col] = val if val &gt; 0 else 0.0  # 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63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Fusion Conditions: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5029200"/>
          <a:ext cx="11430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Element-wise chains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Add, Mul, ReLU, Sigmoid can always be fused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Single 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Output of node A is used only by node 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Same shape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All ops operate on the same tensor shape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Code Generation — Visitor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The code generator traverses the graph in topological order and emits a string of code for each node via a visitor/dispatch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11430000" cy="374903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856231"/>
            <a:ext cx="11210544" cy="36027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# Generic graph traversal for code generation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def codegen(graph):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code_lines = []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for node in topological_sort(graph):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code_lines.append(emit(node))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return "\n".join(code_lines)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def emit(node):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dispatch = {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"Input":   emit_input,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"Add":     emit_add,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"MatMul":  emit_matmul,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"ReLU":    emit_relu,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"Output":  emit_output,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handler = dispatch.get(node.op, emit_generic)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return handler(node)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# Example emitter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def emit_add(node):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a, b = node.inputs[0].name, node.inputs[1].name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return f"float* {node.name} = vector_add({a}, {b}, N);"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235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Output: a self-contained C / CUDA / assembly file that implements the entire inference graph without any framework dependency.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Code Generation — FP32 vs W8A16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Calibri"/>
              </a:rPr>
              <a:t>FP32 Emitted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66928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99032"/>
            <a:ext cx="5449824" cy="3328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// FP32 MatMul kernel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void matmul_fp32(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float* A,      // [M, K]  activation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float* B,      // [K, N]  fp32 weight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float* C,      // [M, N]  output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int M, int K, int N)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{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for (int i = 0; i &lt; M; i++)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for (int j = 0; j &lt; N; j++) {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float acc = 0.f;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for (int k = 0; k &lt; K; k++)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acc += A[i*K+k] * B[k*N+j];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C[i*N+j] = acc;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}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libri"/>
              </a:rPr>
              <a:t>W8A16 Emitted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557784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399032"/>
            <a:ext cx="5358383" cy="3328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// W8A16 MatMul: INT8 weight, FP16 activation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void matmul_w8a16(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__fp16* A,     // [M, K]  fp16 activation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int8_t* B,     // [K, N]  int8 weight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float   scale, // per-tensor scale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__fp16* C,     // [M, N]  output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int M, int K, int N)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{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for (int i = 0; i &lt; M; i++)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for (int j = 0; j &lt; N; j++) {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float acc = 0.f;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for (int k = 0; k &lt; K; k++)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acc += (float)A[i*K+k]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   * (float)B[k*N+j] * scale;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C[i*N+j] = (__fp16)acc;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}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Key difference: B is int8_t (1 byte) and multiplied by per-tensor scale during accumulation.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Two-Stage AOT Compilation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wostag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279373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383280"/>
          <a:ext cx="1164031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 1 — Target-Independent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 2 — Target-Dependent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ONNX / PyTorch model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.tflite / serialized IR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Fusion, Quantization, Simplif.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Memory plan, Tiling, Emit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.tflite / .mlir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.so / .bin binary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Runs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Any machine (CI 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Cross-compiler for target HW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Reuse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One model → many targets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One target → many models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Stage 1 — Target-Independent Passes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age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283248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200400"/>
          <a:ext cx="1164031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Parse ONNX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ONNX protobuf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Internal DAG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Deserialize model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Dialect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Internal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TFLite dialect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Map ONNX ops → TFLite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 Fusion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TFLite dialect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Fused ops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Merge Conv+BN+ReLU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PTQ 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FP32 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INT8 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Reduce model size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Serialize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Optimized DAG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.tflite flatbuf.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Portable format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Stage 1 — Dialect Translation: ONNX → TFLite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40312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ONNX Op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TFLite Op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Conv + BatchNormalization + Relu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CONV_2D (fused)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BN folded into Conv weights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Gemm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FULLY_CONNECTED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Bias always included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Direct 1-to-1 mapping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Direct 1-to-1 mapping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Softmax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SOFTMAX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axis parameter mapped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GlobalAveragePool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keepdims preserved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dialect_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937760"/>
            <a:ext cx="9144000" cy="23098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Stage 1 — Post-Training Quantization (PTQ)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tq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3931920" cy="83507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05840"/>
            <a:ext cx="3657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Calibri"/>
              </a:rPr>
              <a:t>① Load FP32 Weights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Load the pre-trained floating-point model.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All weights are in float32 format.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② Calibrate on Representative Dataset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Forward-pass ~100-1000 samples.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Record min/max activation ranges.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③ Compute Scale and Zero-Point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scale = max(|W|) / 127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zero_point = 0  (for symmetric)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④ Quantize Weights → INT8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W_int8 = round(W / scale)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 Store .tflite with int8 tensors.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Stage 2 — Target-Dependent Passes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age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283248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200400"/>
          <a:ext cx="1164031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HW impact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Read .tflite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Deserialize flatbuffer → internal DAG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None — IR only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Static Memory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Assign tensors to non-overlapping offsets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Minimizes SRAM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Loop Tiling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Split loops into cache-friendly tile sizes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Cache hit rate ↑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Microcode Emit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Emit C / RISC-V / NPU microcode per 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Final binary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Link .so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Bundle all kernels into shared library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Deployable artifact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Stage 2 — Static Memory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mory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14681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931920"/>
          <a:ext cx="116403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Tensor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Lifetime (ops)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Offset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Input x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 → 3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 KB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256 KB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Temp 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 →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256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256 KB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Temp ReLU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4 → 5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512 KB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256 KB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Output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5 →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768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256 KB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Tensors with non-overlapping lifetimes can share memory (liveness-based allocation).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Stage 2 — Loop Tiling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op_t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41238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5029200"/>
            <a:ext cx="11640312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5102352"/>
            <a:ext cx="11420856" cy="1499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2E8F0"/>
                </a:solidFill>
                <a:latin typeface="Courier New"/>
              </a:rPr>
              <a:t># Before tiling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for i in range(M):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for j in range(N):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C[i,j] = sum(A[i,k]*B[k,j] for k in range(K))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# After tiling (tile size = T)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for ii in range(0, M, T):          # tile row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for jj in range(0, N, T):      # tile col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for kk in range(0, K, T):  # tile K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    for i in range(ii, min(ii+T, M)):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        for j in range(jj, min(jj+T, N)):</a:t>
            </a:r>
          </a:p>
          <a:p>
            <a:r>
              <a:rPr sz="1000">
                <a:solidFill>
                  <a:srgbClr val="E2E8F0"/>
                </a:solidFill>
                <a:latin typeface="Courier New"/>
              </a:rPr>
              <a:t>                    C[i,j] += sum(A[i,k]*B[k,j] for k in range(kk, min(kk+T,K)))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Industry Case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749039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Edge TPU
(Google)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Calibri"/>
              </a:rPr>
              <a:t>Two-stage compilation: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edgetpu_compiler (Stage 1)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  on-device loader (Stage 2)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All ops must be quantized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to INT8 before deployment.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Uses our exact pipeline: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ONNX → TFLite → binary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05840"/>
            <a:ext cx="3749039" cy="6400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Apache TVM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Calibri"/>
              </a:rPr>
              <a:t>Open-source ML compiler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Relay IR = computation graph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TIR = tensor IR (low-level)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AutoTVM / MetaSchedule: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auto-tunes tile sizes,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unroll factors per target.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Targets: CPU, CUDA, Vulkan,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RISC-V, custom accelerators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005840"/>
            <a:ext cx="3749039" cy="640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torch.compile
(PyTorch 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9164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Calibri"/>
              </a:rPr>
              <a:t>Just-in-time, single-stage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AOT Autograd captures ops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TorchInductor codegen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torch.fx Graph = our DAG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Passes: fusion, layout opt.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1.5–4× speedup on A100</a:t>
            </a:r>
          </a:p>
          <a:p>
            <a:r>
              <a:rPr sz="1300" b="0">
                <a:solidFill>
                  <a:srgbClr val="1E293B"/>
                </a:solidFill>
                <a:latin typeface="Calibri"/>
              </a:rPr>
              <a:t>with zero code changes.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Toy Compiler → Production System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40312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Toy Compiler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Production (TVM / MLIR)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IR format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Python dict/class graph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MLIR dialect / Relay IR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Shape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manual per-op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Type system + inference pass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Const folding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if node.is_const()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ConstantFolding pass (C++)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per-tensor symmetric 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Per-channel, asymmetric, mixed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Code gen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emit Python string → .c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LLVM IR → PTX / ARM / RISC-V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Memory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greedy offset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Liveness analysis + ILP solver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Loop tiling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manual tile loops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AutoTVM / Ansor search</a:t>
                      </a:r>
                    </a:p>
                  </a:txBody>
                  <a:tcPr>
                    <a:solidFill>
                      <a:srgbClr val="F8FA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Operator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pattern match +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FusionPlanner with cost model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89788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The same concepts — DAG passes, quantization, memory planning, tiling — are used verbatim in production compilers. Scale differs; ideas are identical.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Summary —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1905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0292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1.  Computation Graph =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0680" y="105156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All ML frameworks represent models as directed acyclic graphs.
    Every optimization pass operates on this universal representation.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84831"/>
            <a:ext cx="50292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2.  Passes are graph rewrites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084831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Shape inference, const folding, CSE, DCE, quantization — each is
    a graph traversal that transforms the DAG in a well-defined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118103"/>
            <a:ext cx="50292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3.  W8A16 Quantization = 4× weight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3118103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INT8 weights + FP16 activations. One scale per tensor.
    Less than 0.5% accuracy loss on most LLM benchmarks.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51375"/>
            <a:ext cx="50292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4.  Two-stage AOT separates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4151375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Stage 1 is target-independent (run once); Stage 2 is target-dependent.
    Same .tflite can be compiled to CPU, GPU, or NPU without re-running S1.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184648"/>
            <a:ext cx="50292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5.  Production compilers use the same ideas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184648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TVM, MLIR, torch.compile all build on DAG passes + codegen.
    The toy compiler is a faithful miniature of real 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6263640"/>
            <a:ext cx="1164031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74151"/>
                </a:solidFill>
                <a:latin typeface="Calibri"/>
              </a:rPr>
              <a:t>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